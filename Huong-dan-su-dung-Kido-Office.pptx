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Đăng nhập
Đường dẫn trong app: #/
Vai trò xem được: mọi người (chưa đăng nhập)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Trang chủ nhân viên
Đường dẫn trong app: #/employee/home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Chính sách — chọn điểm bắt đầu
Đường dẫn trong app: #/employee/policy-select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Khu vực được giao
Đường dẫn trong app: #/employee/region/101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Danh sách trường
Đường dẫn trong app: #/employee/region/101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Môn học của trường
Đường dẫn trong app: #/employee/subject-list/201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Danh sách chính sách của môn
Đường dẫn trong app: #/employee/policy-list/301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tiết &amp; lập chính sách
Đường dẫn trong app: #/employee/policy/501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Lịch sử chỉnh sửa chính sách
Đường dẫn trong app: #/employee/policy-history-list/501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Báo cáo tuần
Đường dẫn trong app: #/employee/daily-report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Thống kê cá nhân
Đường dẫn trong app: #/employee/statistics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Đề xuất chi — danh sách
Đường dẫn trong app: #/employee/expense-requests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Đề xuất chi — tạo mới
Đường dẫn trong app: #/employee/expense-requests/new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Đề xuất chi — chi tiết
Đường dẫn trong app: #/employee/expense-requests/901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Việc cần làm
Đường dẫn trong app: #/employee/expense-tasks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báo chi
Đường dẫn trong app: #/employee/expense-notifications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Hồ sơ cá nhân
Đường dẫn trong app: #/profile
Vai trò xem được: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Trang chủ quản trị
Đường dẫn trong app: #/director
Vai trò xem được: director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Quản lý nhân viên
Đường dẫn trong app: #/director/employee-management
Vai trò xem được: director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Danh sách nhân viên kinh doanh
Đường dẫn trong app: #/director/nhan-vien
Vai trò xem được: director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Phòng ban
Đường dẫn trong app: #/director/phong-ban
Vai trò xem được: director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Phân khu vực cho nhân viên
Đường dẫn trong app: #/director/region/101
Vai trò xem được: director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Duyệt chính sách
Đường dẫn trong app: #/director/policy/501
Vai trò xem được: director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Thống kê chính sách theo nhân viên
Đường dẫn trong app: #/director/statistics/101
Vai trò xem được: director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dõi báo cáo tuần
Đường dẫn trong app: #/director/daily-report/101
Vai trò xem được: director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phí thực tế — danh sách trường
Đường dẫn trong app: #/director/expense-management
Vai trò xem được: director, ketoan_congno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phí thực tế — chi tiết một trường
Đường dẫn trong app: #/director/expense-management
Vai trò xem được: director, ketoan_congno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Đề xuất chi — hàng đợi duyệt
Đường dẫn trong app: #/director/expense-requests
Vai trò xem được: director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Cài đặt nhắc việc
Đường dẫn trong app: #/director/expense-reminder-settings
Vai trò xem được: director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Danh sách giáo viên
Đường dẫn trong app: #/nhan-su/giao-vien
Vai trò xem được: nhansu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Lớp học của trường
Đường dẫn trong app: #/nhan-su/lop-hoc
Vai trò xem được: nhansu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Lịch dạy
Đường dẫn trong app: #/nhan-su/lich-day
Vai trò xem được: nhansu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Nhập thời khoá biểu bằng ảnh
Đường dẫn trong app: #/nhan-su/nhap-tkb
Vai trò xem được: nhansu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Chấm công giáo viên
Đường dẫn trong app: #/nhan-su/cham-cong
Vai trò xem được: nhansu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Vị trí trường
Đường dẫn trong app: #/nhan-su/vi-tri-truong
Vai trò xem được: nhansu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Lịch dạy của tôi
Đường dẫn trong app: #/giao-vien/lich-day
Vai trò xem được: giaovien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Chấm công tại trường
Đường dẫn trong app: #/giao-vien/cham-cong
Vai trò xem được: giaovien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Đăng ký tiết dạy mở
Đường dẫn trong app: #/giao-vien/dang-ky-tiet-day
Vai trò xem được: giaovien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1463040"/>
            <a:ext cx="5486400" cy="5486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3931920"/>
            <a:ext cx="4572000" cy="45720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MỀM NỘI BỘ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dẫn sử dụng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KIDO OFFICE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chính sách bán hàng · Chi phí &amp; đề xuất chi · Giảng dạy và chấm công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5193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màn hình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4663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880360" y="5193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vai trò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4663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46320" y="5193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đào tạo nội bộ · Cập nhật 08/2026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tài liệu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058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64008" cy="2377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1790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màn hình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212848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371600"/>
            <a:ext cx="64008" cy="2377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51790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193852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màn hình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212848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nhân viên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 — chọn điểm bắt đầu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vực được giao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trường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 học của trường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chính sách của môn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&amp; lập chính sách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chỉnh sửa chính sách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tuần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cá nhân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 — danh sách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 — tạo mới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 — chi tiết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Việc cần làm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 chi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cá nhân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371600"/>
            <a:ext cx="64008" cy="2377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51790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Sales Admin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193852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màn hình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66760" y="2212848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quản trị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nhân viên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nhân viên kinh doanh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ban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khu vực cho nhân viên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 chính sách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chính sách theo nhân viên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báo cáo tuần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977640"/>
            <a:ext cx="64008" cy="237744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2394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Kế toán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54456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màn hình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4818888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thực tế — danh sách trường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thực tế — chi tiết một trường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 — hàng đợi duyệt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nhắc việc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977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3977640"/>
            <a:ext cx="64008" cy="2377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2394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phòng Nhân sự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454456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màn hình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4818888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giáo viên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Lớp học của trường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dạy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thời khoá biểu bằng ảnh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Chấm công giáo viên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Vị trí trường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977640"/>
            <a:ext cx="64008" cy="23774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12394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Giáo viên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454456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màn hình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4818888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dạy của tôi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Chấm công tại trường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tiết dạy mở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minh hoạ chụp trực tiếp từ giao diện phần mềm; số liệu trong ảnh là dữ liệu mẫu.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chung cho mọi vai trò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màn hình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01-dang-n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Cổng vào duy nhất của Kido Office. Hệ thống nhận diện bạn bằng số điện thoại đã được cấp và tự đưa về đúng màn hình theo vai trò.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12115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điện thoại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đã đăng ký với công ty (đúng số đã khai trong hồ sơ nhân sự).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mật khẩu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được cấp. Bấm biểu tượng con mắt để kiểm tra lại chuỗi vừa gõ.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nhớ đăng nhập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nếu dùng điện thoại cá nhân — lần sau app tự điền.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App tự chuyển: Sales → Trang chủ nhân viên, Giám đốc/Kế toán → Trang quản trị, Giáo viên → Lịch dạy.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4027932"/>
            <a:ext cx="7985455" cy="1152144"/>
          </a:xfrm>
          <a:prstGeom prst="roundRect">
            <a:avLst>
              <a:gd name="adj" fmla="val 4762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4101084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4320540"/>
            <a:ext cx="7619695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số điện thoại hoặc mật khẩu đều báo chung một dòng — đây là chủ ý để tránh lộ thông tin tài khoản.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máy mất mạng, app báo ngay “Máy đang không có mạng” thay vì bắt chờ.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trò: sales — làm chính sách, báo cáo, đề xuất chi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màn hình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nhân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02-nv-trang-ch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điều khiển của nhân viên kinh doanh: 4 phím chức năng chính ở trên, dòng thông báo thời gian thực ở dưới.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1444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tạo và theo dõi chính sách cho từng trường/môn.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tuần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nhập kế hoạch và kết quả công việc theo tuần.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xem số liệu doanh thu, chính sách của riêng bạn.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gửi đề nghị chi tiền và theo dõi tiến độ duyệt.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Phía dưới, chuyển tab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đọc / Đã đọc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lọc thông báo; bấm vào một dòng để nhảy thẳng tới hồ sơ liên quan.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4261104"/>
            <a:ext cx="7985455" cy="1152144"/>
          </a:xfrm>
          <a:prstGeom prst="roundRect">
            <a:avLst>
              <a:gd name="adj" fmla="val 4762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4334256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4553712"/>
            <a:ext cx="7619695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 đẩy về theo thời gian thực (socket) — không cần kéo xuống để tải lại.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điều hướng dưới cùng luôn hiện: Trang chủ · Thông báo · Việc cần làm · Cá nhân.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 — chọn điểm bắt đầu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03-nv-chon-chinh-s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Ngã ba của luồng chính sách: đi theo địa bàn được giao, hoặc mở thẳng danh sách chính sách đã có.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lối vào phù hợp với việc đang làm.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 theo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vực → trường → môn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khi bạn cần tạo chính sách mới.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Vào thẳng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chính sách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khi chỉ cần tra cứu hoặc sửa hồ sơ cũ.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vực được giao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04-nv-khu-v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địa bàn công ty giao cho bạn. Mỗi khu vực là một nhóm trường.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các khu vực đang phụ trách cùng số trường trong từng khu.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vào một khu vực để mở danh sách trường thuộc khu đó.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392424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465576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685032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vực do Giám đốc/Sales Admin phân, nhân viên không tự thêm được.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trường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05-nv-danh-sach-tr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trường bạn đang chăm sóc, kèm trạng thái hợp tác.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ô tìm kiếm để lọc nhanh theo tên trường.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tên trường để xem các môn đang triển khai tại trường đó.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Trạng thái màu cho biết trường đã ký, đang đàm phán hay mới khảo sát.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 học của trường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06-nv-danh-sach-m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môn đang triển khai tại một trường, kèm số học sinh và học phí — là căn cứ tính doanh thu của chính sách.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học sinh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và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phí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của môn trước khi lập chính sách.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vào môn để mở danh sách chính sách đã lập cho môn đó.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đúng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học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ở đầu trang nếu trường có nhiều năm dữ liệu.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625596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698748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918204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Giám đốc và Sales Admin được sửa thông tin môn; nhân viên chỉ xem.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chính sách của môn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07-nv-danh-sach-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chính sách đã lập cho một môn, kèm trạng thái duyệt.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trạng thái từng hồ sơ: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Chờ duyệt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duyệt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chối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một dòng để mở chi tiết chính sách.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nút thêm để lập chính sách mới cho môn này.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625596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698748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918204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đã duyệt không sửa trực tiếp được — phải tạo phiên bản mới, hệ thống lưu lại lịch sử.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&amp; lập chính sách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70507"/>
            <a:ext cx="6309360" cy="4039362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08-nv-chi-tiet-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898523"/>
            <a:ext cx="6053328" cy="37833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máy tính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23760" y="1207008"/>
            <a:ext cx="446501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376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7424928" y="1289304"/>
            <a:ext cx="408096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Màn hình quan trọng nhất của nhân viên kinh doanh: khai báo toàn bộ khoản chi cam kết với trường và số tiền tương ứng.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0" y="2340864"/>
            <a:ext cx="44650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23760" y="2633472"/>
            <a:ext cx="4465015" cy="1952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học sinh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và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phí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hệ thống tự nhân ra doanh thu dự kiến.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bảng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tiền mặt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thêm từng khoản hỗ trợ (BGH, giáo viên chủ nhiệm, tổ chuyên môn…) theo % hoặc số tiền.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bảng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bị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khai số lượng và đơn giá; app tự tính thành tiền.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bảng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khác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ghi các khoản tài trợ sự kiện, học bổng…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dòng tổng ở cuối rồi 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duyệt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23760" y="4768596"/>
            <a:ext cx="4465015" cy="1152144"/>
          </a:xfrm>
          <a:prstGeom prst="roundRect">
            <a:avLst>
              <a:gd name="adj" fmla="val 4762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7406640" y="4841748"/>
            <a:ext cx="40992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5061204"/>
            <a:ext cx="4099255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phóng to/thu nhỏ bảng bằng hai ngón tay để đọc số liệu trên màn hình nhỏ.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gửi, hồ sơ chuyển sang **Chờ duyệt** và khoá chỉnh sửa cho tới khi cấp trên phản hồi.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chỉnh sửa chính sách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09-nv-lich-su-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Nhật ký mọi thay đổi của một chính sách: ai sửa, sửa gì, lúc nào.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từ trên xuống — phiên bản mới nhất nằm trên cùng.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vào một phiên bản để xem lại nội dung tại thời điểm đó.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392424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465576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685032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căn cứ đối chiếu khi có tranh luận về cam kết với trường.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tuần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10-nv-bao-cao-tu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Nơi khai kế hoạch đầu tuần và cập nhật kết quả từng ngày; quản lý theo dõi và trao đổi ngay trên báo cáo.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12755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cần làm việc ở thanh trên cùng.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từng đầu việc kèm ngày dự kiến, ghi rõ trường/môn liên quan.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Cuối ngày, cập nhật trạng thái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làm / Đang làm / Xong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và điền kết quả.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báo cáo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quản lý nhận thông báo.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khung trao đổi phía dưới để trả lời nhận xét của quản lý.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4091940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4165092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4384548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đã gửi vẫn cập nhật kết quả được; hệ thống ghi nhận thời điểm sửa.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cá nhân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11-nv-thong-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Bức tranh số của riêng bạn: bao nhiêu trường, bao nhiêu chính sách, doanh thu và chi phí cam kết.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các thẻ tổng ở đầu trang: số trường, số môn, số chính sách, doanh thu.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Cuộn xuống biểu đồ để so sánh giữa các tháng.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theo năm học hoặc khu vực nếu cần bóc tách số liệu.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 — danh sách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12-nv-de-xuat-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đề nghị chi tiền bạn đã gửi và tình trạng duyệt của từng cái.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theo trạng thái: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Chờ duyệt · Đã duyệt · Đã chi · Từ chối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một đề xuất để xem chi tiết và lịch sử duyệt.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nút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tạo đề xuất mới.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625596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698748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918204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nhân viên Sales, tạo xong là gửi duyệt luôn — không có bản nháp.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 — tạo mới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13-nv-tao-de-xu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mẫu đề nghị chi tiền, gắn với chính sách đã duyệt để kế toán đối chiếu.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12755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và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liên quan tới khoản chi.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 nguồn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hệ thống tự gợi ý các khoản còn lại chưa chi.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từng dòng khoản chi kèm số tiền và diễn giải.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Đính kèm chứng từ (biên bản, hoá đơn) nếu có.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duyệt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đề xuất lập tức tới người duyệt tiếp theo.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4091940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4165092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4384548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tiền đề xuất không được vượt phần còn lại của chính sách.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 — chi tiết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14-nv-chi-tiet-de-xu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đầy đủ của một đề xuất: nội dung, chứng từ và đường đi qua từng cấp duyệt.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khối thông tin chung và danh sách khoản chi.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duyệt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biết hồ sơ đang nằm ở ai.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ở cuối trang để nắm các mốc thời gian.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625596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698748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918204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Bị từ chối thì lý do hiện ngay ở đầu trang — sửa theo đó rồi tạo đề xuất mới.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Việc cần làm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15-nv-viec-can-l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 các đề xuất đang chờ chính bạn xử lý, kèm cảnh báo quá hạn.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các dòng đánh dấu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quá hạn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trước.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vào một việc để mở thẳng hồ sơ tương ứng.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 chi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16-nv-thong-b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thông báo riêng cho nghiệp vụ chi tiền, tách khỏi thông báo chung để không bị trôi.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tab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đọc / Đã đọc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dấu đã đọc tất cả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khi đã xử lý xong.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cá nhân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kinh doanh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17-ho-so-ca-nh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tài khoản, đổi mật khẩu và đăng xuất.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họ tên, số điện thoại, phòng ban, vai trò đang được cấp.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mật khẩu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đặt lại mật khẩu mới.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xuất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khi dùng máy chung.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625596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698748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918204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thông tin nhân sự thì báo phòng Nhân sự sửa, người dùng không tự sửa được.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Sales Admin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trò: director, saleadmin — phân quyền và phê duyệt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màn hình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quản trị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Sales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18-gd-trang-ch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tâm điều hành: các phím vào nghiệp vụ quản trị và dòng thông báo toàn hệ thống.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12755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sự / Phòng ban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phân quyền, phân địa bàn.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duyệt hồ sơ nhân viên gửi lên.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theo dõi thu chi thực tế theo trường.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duyệt và theo dõi dòng tiền.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thông báo bên dưới gom mọi việc cần chú ý, bấm để mở thẳng hồ sơ.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4091940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4165092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4384548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 Kế toán trưởng khi đăng nhập sẽ vào thẳng phần Chi phí, các phần khác chỉ xem.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nhân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Sales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19-gd-quan-ly-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người dùng mới, gán vai trò và bật/tắt quyền truy cập.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nhân viên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nhập họ tên, số điện thoại (dùng làm tài khoản đăng nhập), phòng ban.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Gán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một người có thể mang nhiều vai trò cùng lúc.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vào một dòng để sửa thông tin hoặc đặt lại mật khẩu.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625596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698748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918204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quyết định người đó thấy màn hình nào; gán sai là mở nhầm dữ liệu nhạy cảm.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nhân viên kinh doanh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Sales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20-gd-danh-sach-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 vào theo người: chọn một nhân viên rồi xem địa bàn, chính sách, báo cáo của riêng người đó.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nhân viên theo tên hoặc số điện thoại.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vào tên để mở hồ sơ, từ đó rẽ sang khu vực · trường · chính sách · báo cáo · thống kê.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ban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Sales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21-gd-phong-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báo cơ cấu phòng ban làm nền cho việc phân quyền và phân địa bàn.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hoặc sửa tên phòng ban.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vào phòng ban để xem nhân sự và khu vực trực thuộc.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khu vực cho nhân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Sales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22-gd-khu-v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địa bàn: nhân viên chỉ nhìn thấy trường thuộc khu vực được gán cho mình.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khu vực còn trống rồi gán cho nhân viên.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thu hồi để lấy lại khu vực khi đổi người phụ trách.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392424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465576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685032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hồi khu vực làm nhân viên mất quyền xem các trường trong đó ngay lập tức.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 chính sách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Sales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70507"/>
            <a:ext cx="6309360" cy="4039362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23-gd-chinh-s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898523"/>
            <a:ext cx="6053328" cy="37833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máy tính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23760" y="1207008"/>
            <a:ext cx="446501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3760" y="1207008"/>
            <a:ext cx="50292" cy="9326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7424928" y="1289304"/>
            <a:ext cx="408096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đầy đủ của hồ sơ chính sách kèm quyền phê duyệt — nơi Giám đốc chốt cam kết với trường.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0" y="2340864"/>
            <a:ext cx="44650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23760" y="2633472"/>
            <a:ext cx="4465015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chiếu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dự kiến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với tổng các khoản chi cam kết.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từng bảng: Chi tiền mặt · Thiết bị · Hỗ trợ khác.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Sửa trực tiếp số liệu nếu cần trước khi duyệt.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hoặc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chối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kèm lý do; nhân viên nhận thông báo ngay.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23760" y="4197096"/>
            <a:ext cx="446501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7406640" y="4270248"/>
            <a:ext cx="40992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4489704"/>
            <a:ext cx="409925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lần sửa đều vào lịch sử, xem lại được từng phiên bản. Muốn quay về bản cũ thì nhập lại theo bản đó — hệ thống chưa có nút phục hồi tự động.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chính sách theo nhân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Sales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24-gd-thong-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hiệu quả từng nhân viên: số hồ sơ, tỉ lệ được duyệt, doanh thu và chi phí cam kết.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các thẻ tổng, sau đó cuộn xuống bảng chi tiết theo trường.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bộ lọc năm học để so sánh giữa các kỳ.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báo cáo tuần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Sales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25-gd-bao-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kế hoạch và kết quả tuần của nhân viên, phản hồi ngay trên báo cáo.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tuần cần xem.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chiếu đầu việc đã lên kế hoạch với kết quả thực tế.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nhận xét vào khung trao đổi — nhân viên nhận thông báo.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Kế toán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trò: director, ketoan_congno, thuquy — dòng tiền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màn hình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BE185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thực tế — danh sách trường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Kế toán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70507"/>
            <a:ext cx="6309360" cy="4039362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26-gd-chi-p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898523"/>
            <a:ext cx="6053328" cy="37833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máy tính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23760" y="1207008"/>
            <a:ext cx="446501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3760" y="1207008"/>
            <a:ext cx="50292" cy="932688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4" name="Text 11"/>
          <p:cNvSpPr/>
          <p:nvPr/>
        </p:nvSpPr>
        <p:spPr>
          <a:xfrm>
            <a:off x="7424928" y="1289304"/>
            <a:ext cx="408096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thu chi thực tế theo từng trường trong một kỳ; là nơi kế toán chốt lãi/lỗ.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0" y="2340864"/>
            <a:ext cx="44650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23760" y="2633472"/>
            <a:ext cx="4465015" cy="10424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(tháng) ở đầu trang.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cột doanh thu · tổng chi · lợi nhuận của từng trường.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tên trường để vào bảng nhập chi tiết.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 đã khoá chỉ xem, muốn sửa phải mở lại kỳ.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23760" y="3858768"/>
            <a:ext cx="446501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7406640" y="3931920"/>
            <a:ext cx="40992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4151376"/>
            <a:ext cx="409925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toán trưởng và Trợ lý GĐ chỉ xem, không sửa được số liệu.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BE185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thực tế — chi tiết một trường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Kế toán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70507"/>
            <a:ext cx="6309360" cy="4039362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27-gd-chi-phi-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898523"/>
            <a:ext cx="6053328" cy="37833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máy tính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23760" y="1207008"/>
            <a:ext cx="446501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3760" y="1207008"/>
            <a:ext cx="50292" cy="932688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4" name="Text 11"/>
          <p:cNvSpPr/>
          <p:nvPr/>
        </p:nvSpPr>
        <p:spPr>
          <a:xfrm>
            <a:off x="7424928" y="1289304"/>
            <a:ext cx="408096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và đối chiếu toàn bộ dòng tiền của một trường: doanh thu, chi vận hành, chi quản lý, chi theo chính sách.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0" y="2340864"/>
            <a:ext cx="44650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23760" y="2633472"/>
            <a:ext cx="4465015" cy="16139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nhập số học sinh × học phí theo từng môn.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nhập lương giáo viên, tài liệu, đi lại…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quản lý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các khoản tính theo tỉ lệ phần trăm doanh thu.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 tiền mặt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đối chiếu số đã cam kết với số đã chi thực tế.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khối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hợp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ở trên cùng rồi 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tất cả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23760" y="4430268"/>
            <a:ext cx="446501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7406640" y="4503420"/>
            <a:ext cx="40992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4722876"/>
            <a:ext cx="409925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“còn lại” của chính sách chính là hạn mức cho các đề xuất chi tiếp theo.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BE185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 — hàng đợi duyệt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Kế toán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70507"/>
            <a:ext cx="6309360" cy="4039362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28-gd-de-xuat-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898523"/>
            <a:ext cx="6053328" cy="37833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máy tính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23760" y="1207008"/>
            <a:ext cx="446501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3760" y="1207008"/>
            <a:ext cx="50292" cy="932688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4" name="Text 11"/>
          <p:cNvSpPr/>
          <p:nvPr/>
        </p:nvSpPr>
        <p:spPr>
          <a:xfrm>
            <a:off x="7424928" y="1289304"/>
            <a:ext cx="408096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đề xuất của công ty, lọc theo trạng thái để duyệt hàng loạt.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0" y="2340864"/>
            <a:ext cx="44650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23760" y="2633472"/>
            <a:ext cx="4465015" cy="11475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trạng thái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Chờ duyệt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thấy việc cần xử lý.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từng hồ sơ, đối chiếu với chính sách nguồn rồi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hoặc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chối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kèm lý do.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Giám đốc duyệt, hồ sơ chuyển sang Thủ quỹ để chi tiền.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23760" y="3963924"/>
            <a:ext cx="446501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7406640" y="4037076"/>
            <a:ext cx="40992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4256532"/>
            <a:ext cx="409925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toán công nợ, Thủ quỹ, Sales Admin cùng thấy màn này nhưng nút thao tác khác nhau theo vai trò.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BE185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nhắc việc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đốc &amp; Kế toán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29-gd-nhac-vi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luật nhắc tự động để đề xuất không bị bỏ quên quá hạn.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Bật/tắt nhắc theo từng loại nghiệp vụ.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số ngày trước hạn bắt đầu nhắc và giờ gửi nhắc.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áp dụng cho toàn hệ thống.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phòng Nhân sự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trò: nhansu — giáo viên, lịch dạy, chấm công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màn hình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giáo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phòng Nhân sự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30-ns-giao-v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giáo viên và tài khoản đăng nhập của họ — nền cho việc xếp lịch và chấm công.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giáo viên: họ tên, số điện thoại, môn dạy, trường phụ trách.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tài khoản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giáo viên tự đăng nhập xem lịch và chấm công.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theo tên hoặc lọc theo trường khi danh sách dài.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625596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698748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918204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Giáo viên chưa có tài khoản vẫn xếp lịch được, nhưng không tự check-in được.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Lớp học của trường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phòng Nhân sự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31-ns-lop-h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báo lớp trước khi xếp lịch — không có lớp thì không tạo được tiết dạy.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và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học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lớp: tên lớp, khối, sĩ số, môn học.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Sửa hoặc xoá lớp khi trường điều chỉnh giữa năm.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dạy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phòng Nhân sự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70507"/>
            <a:ext cx="6309360" cy="4039362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32-ns-lich-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898523"/>
            <a:ext cx="6053328" cy="37833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máy tính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23760" y="1207008"/>
            <a:ext cx="446501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3760" y="1207008"/>
            <a:ext cx="50292" cy="9326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1"/>
          <p:cNvSpPr/>
          <p:nvPr/>
        </p:nvSpPr>
        <p:spPr>
          <a:xfrm>
            <a:off x="7424928" y="1289304"/>
            <a:ext cx="408096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khoá biểu tổng: gán giáo viên vào từng tiết của từng lớp.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0" y="2340864"/>
            <a:ext cx="44650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23760" y="2633472"/>
            <a:ext cx="4465015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trường và tuần cần xếp.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vào ô trống để tạo tiết: lớp, tiết số, giờ bắt đầu/kết thúc, giáo viên.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trống giáo viên và bật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tiết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nếu muốn giáo viên tự đăng ký nhận.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Kéo/sửa tiết khi trường đổi lịch.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23760" y="4197096"/>
            <a:ext cx="446501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7406640" y="4270248"/>
            <a:ext cx="40992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4489704"/>
            <a:ext cx="409925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trùng giờ của cùng một giáo viên sẽ bị hệ thống chặn.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thời khoá biểu bằng ảnh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phòng Nhân sự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33-ns-nhap-tk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Chụp bảng thời khoá biểu giấy của trường, hệ thống tự đọc thành tiết dạy thay vì gõ tay từng dòng.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12755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trường và năm học.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Chụp hoặc tải lên ảnh thời khoá biểu — chụp thẳng, đủ sáng, rõ chữ.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Chờ hệ thống đọc ảnh và dựng bảng nháp.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lại bản nháp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sửa tên lớp, giờ, giáo viên bị đọc sai.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đẩy toàn bộ tiết vào lịch dạy.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4091940"/>
            <a:ext cx="7985455" cy="1152144"/>
          </a:xfrm>
          <a:prstGeom prst="roundRect">
            <a:avLst>
              <a:gd name="adj" fmla="val 4762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4165092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4384548"/>
            <a:ext cx="7619695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nháp được giữ theo mã riêng, tải lại trang không mất.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phòng Nhân sự dùng được chức năng này; vai trò chỉ-xem sẽ nhận thông báo từ chối.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Chấm công giáo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phòng Nhân sự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70507"/>
            <a:ext cx="6309360" cy="4039362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34-ns-cham-c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898523"/>
            <a:ext cx="6053328" cy="37833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máy tính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23760" y="1207008"/>
            <a:ext cx="446501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3760" y="1207008"/>
            <a:ext cx="50292" cy="9326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1"/>
          <p:cNvSpPr/>
          <p:nvPr/>
        </p:nvSpPr>
        <p:spPr>
          <a:xfrm>
            <a:off x="7424928" y="1289304"/>
            <a:ext cx="408096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 dữ liệu check-in/check-out của giáo viên, làm căn cứ tính lương theo tiết. Đầu trang là bảng báo động các buổi sắp tới giờ mà chưa có ai check-in.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0" y="2340864"/>
            <a:ext cx="44650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23760" y="2633472"/>
            <a:ext cx="4465015" cy="1783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khung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động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ở đầu trang: ai chưa check-in, còn mấy phút nữa vào tiết hoặc đã trễ bao lâu.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ngay trên dòng báo động để liên hệ giáo viên đó.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theo trường, giáo viên và khoảng ngày để xem dữ liệu chấm công.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chiếu giờ vào/ra và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với toạ độ trường.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 các bản ghi hợp lệ; bản ghi lệch vị trí thì hỏi lại giáo viên trước khi duyệt.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23760" y="4599432"/>
            <a:ext cx="4465015" cy="1152144"/>
          </a:xfrm>
          <a:prstGeom prst="roundRect">
            <a:avLst>
              <a:gd name="adj" fmla="val 4762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7406640" y="4672584"/>
            <a:ext cx="40992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4892040"/>
            <a:ext cx="4099255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tự báo động trước giờ vào tiết 5 phút — Giáo vụ và Nhân sự nhận thông báo trong app kèm push, không cần ngồi canh màn hình này.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ghi ngoài bán kính cho phép được đánh dấu để soát riêng.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Vị trí trường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phòng Nhân sự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35-ns-vi-tri-tr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Gắn toạ độ cho từng trường — là mốc để hệ thống kiểm tra giáo viên có thật sự có mặt khi check-in.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10424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trường cần gắn toạ độ.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Dán link Google Maps của trường hoặc nhập trực tiếp vĩ độ/kinh độ.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kính cho phép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(mét) quanh điểm đó.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858768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931920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4151376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gắn toạ độ thì mọi lần check-in tại trường đó đều không kiểm tra được vị trí.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Giáo viên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trò: giaovien — lịch cá nhân và chấm công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màn hình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369A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dạy của tôi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Giáo viên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36-gv-lich-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cá nhân của giáo viên: hôm nay dạy lớp nào, ở trường nào, mấy giờ.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các tiết trong ngày ở đầu trang, chuyển ngày/tuần bằng thanh lịch.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vào một tiết để xem lớp, môn, phòng và giờ chi tiết.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bận cho một tiết nếu không dạy được — phòng Nhân sự sẽ xếp người thay.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369A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Chấm công tại trường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Giáo viên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37-gv-cham-c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Giáo viên tự check-in khi tới trường và check-out khi dạy xong; hệ thống ghi nhận vị trí.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Tới trường, mở màn hình này và 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nhớ cho phép app dùng vị trí.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Dạy xong 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Check-out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Cuộn xuống để xem lịch sử chấm công và trạng thái duyệt.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625596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698748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918204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Đứng ngoài bán kính cho phép vẫn chấm được, nhưng bản ghi sẽ bị đánh dấu chờ Nhân sự duyệt.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457200"/>
          </a:xfrm>
          <a:prstGeom prst="roundRect">
            <a:avLst>
              <a:gd name="adj" fmla="val 20000"/>
            </a:avLst>
          </a:prstGeom>
          <a:solidFill>
            <a:srgbClr val="0369A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828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tiết dạy mở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dạy — Giáo viên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320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617" y="1207008"/>
            <a:ext cx="2521527" cy="516636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64748B">
                <a:alpha val="22000"/>
              </a:srgbClr>
            </a:outerShdw>
          </a:effectLst>
        </p:spPr>
      </p:sp>
      <p:pic>
        <p:nvPicPr>
          <p:cNvPr id="10" name="Image 0" descr="/tmp/claude-0/-var-www-kido-app/5e3e5c9b-bc5b-4fe0-8a6e-38fd598b18c3/scratchpad/ppt/shots/38-gv-dang-ky-ti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33" y="1335024"/>
            <a:ext cx="2265495" cy="4910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6480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điện thoại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03320" y="1207008"/>
            <a:ext cx="7985455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1207008"/>
            <a:ext cx="50292" cy="93268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1"/>
          <p:cNvSpPr/>
          <p:nvPr/>
        </p:nvSpPr>
        <p:spPr>
          <a:xfrm>
            <a:off x="3904488" y="1289304"/>
            <a:ext cx="7601407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tiết phòng Nhân sự mở cho giáo viên tự nhận — ai đăng ký trước nhận trước.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340864"/>
            <a:ext cx="798545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THỰC HIỆN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03320" y="2633472"/>
            <a:ext cx="7985455" cy="8092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danh sách tiết còn trống kèm trường, lớp, ngày giờ.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ở tiết phù hợp lịch của bạn.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đã nhận sẽ xuất hiện trong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dạy của tôi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03320" y="3625596"/>
            <a:ext cx="7985455" cy="768096"/>
          </a:xfrm>
          <a:prstGeom prst="roundRect">
            <a:avLst>
              <a:gd name="adj" fmla="val 7143"/>
            </a:avLst>
          </a:prstGeom>
          <a:solidFill>
            <a:srgbClr val="FFEDD5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0" y="3698748"/>
            <a:ext cx="7619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86200" y="3918204"/>
            <a:ext cx="7619695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trùng giờ với lịch sẵn có của bạn sẽ không đăng ký được.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nhớ nhanh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058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1051560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659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72768" y="1883664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bằng số điện thoại công ty cấp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72768" y="2185416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gắn với tài khoản quyết định bạn thấy màn hình nào — không tự đổi được.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715768"/>
            <a:ext cx="1051560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8986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98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72768" y="281635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 phải được duyệt trước khi chi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72768" y="3118104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chi luôn bám vào một chính sách đã duyệt; số tiền không vượt phần còn lại.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648456"/>
            <a:ext cx="1051560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38313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31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72768" y="3749040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thay đổi đều có lịch sử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72768" y="4050792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 và chi phí đều lưu vết ai sửa, sửa gì, lúc nào — dùng để đối chiếu khi cần.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581144"/>
            <a:ext cx="1051560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47640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764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72768" y="4681728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tuần là kênh trao đổi hai chiều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72768" y="498348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nhận xét ngay trên báo cáo, nhân viên trả lời tại chỗ.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5513832"/>
            <a:ext cx="1051560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" y="569671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696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72768" y="5614416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Chấm công gắn với toạ độ trường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572768" y="5916168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gắn toạ độ thì không kiểm tra được vị trí giáo viên khi check-in.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Vướng ở đâu, chụp màn hình gửi bộ phận phụ trách hệ thống.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Kido 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sử dụng Kido Office</dc:title>
  <dc:subject>PptxGenJS Presentation</dc:subject>
  <dc:creator>Kido Office</dc:creator>
  <cp:lastModifiedBy>Kido Office</cp:lastModifiedBy>
  <cp:revision>1</cp:revision>
  <dcterms:created xsi:type="dcterms:W3CDTF">2026-08-18T07:44:15Z</dcterms:created>
  <dcterms:modified xsi:type="dcterms:W3CDTF">2026-08-18T07:44:15Z</dcterms:modified>
</cp:coreProperties>
</file>